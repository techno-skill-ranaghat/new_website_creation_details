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2" r:id="rId6"/>
    <p:sldId id="263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59" autoAdjust="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 INDIA BOARD OF COMPUTER EDUCATION" userId="431a3dd8b8b3bed3" providerId="LiveId" clId="{4650D489-B3E0-4D88-8140-33573B9496E0}"/>
    <pc:docChg chg="custSel addSld modSld">
      <pc:chgData name="ALL INDIA BOARD OF COMPUTER EDUCATION" userId="431a3dd8b8b3bed3" providerId="LiveId" clId="{4650D489-B3E0-4D88-8140-33573B9496E0}" dt="2026-04-04T07:29:03.612" v="17" actId="478"/>
      <pc:docMkLst>
        <pc:docMk/>
      </pc:docMkLst>
      <pc:sldChg chg="modSp mod">
        <pc:chgData name="ALL INDIA BOARD OF COMPUTER EDUCATION" userId="431a3dd8b8b3bed3" providerId="LiveId" clId="{4650D489-B3E0-4D88-8140-33573B9496E0}" dt="2026-04-04T07:27:13.822" v="1" actId="6549"/>
        <pc:sldMkLst>
          <pc:docMk/>
          <pc:sldMk cId="0" sldId="257"/>
        </pc:sldMkLst>
        <pc:spChg chg="mod">
          <ac:chgData name="ALL INDIA BOARD OF COMPUTER EDUCATION" userId="431a3dd8b8b3bed3" providerId="LiveId" clId="{4650D489-B3E0-4D88-8140-33573B9496E0}" dt="2026-04-04T07:27:13.822" v="1" actId="6549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new mod">
        <pc:chgData name="ALL INDIA BOARD OF COMPUTER EDUCATION" userId="431a3dd8b8b3bed3" providerId="LiveId" clId="{4650D489-B3E0-4D88-8140-33573B9496E0}" dt="2026-04-04T07:29:03.612" v="17" actId="478"/>
        <pc:sldMkLst>
          <pc:docMk/>
          <pc:sldMk cId="73914284" sldId="262"/>
        </pc:sldMkLst>
        <pc:spChg chg="mod">
          <ac:chgData name="ALL INDIA BOARD OF COMPUTER EDUCATION" userId="431a3dd8b8b3bed3" providerId="LiveId" clId="{4650D489-B3E0-4D88-8140-33573B9496E0}" dt="2026-04-04T07:27:31.172" v="10" actId="404"/>
          <ac:spMkLst>
            <pc:docMk/>
            <pc:sldMk cId="73914284" sldId="262"/>
            <ac:spMk id="2" creationId="{723EB522-6135-5441-0051-DDF73398305F}"/>
          </ac:spMkLst>
        </pc:spChg>
        <pc:spChg chg="del">
          <ac:chgData name="ALL INDIA BOARD OF COMPUTER EDUCATION" userId="431a3dd8b8b3bed3" providerId="LiveId" clId="{4650D489-B3E0-4D88-8140-33573B9496E0}" dt="2026-04-04T07:29:01.612" v="16" actId="478"/>
          <ac:spMkLst>
            <pc:docMk/>
            <pc:sldMk cId="73914284" sldId="262"/>
            <ac:spMk id="3" creationId="{9AE4F0EF-6A21-D6B3-446E-EB7776D6C22B}"/>
          </ac:spMkLst>
        </pc:spChg>
        <pc:spChg chg="add del mod">
          <ac:chgData name="ALL INDIA BOARD OF COMPUTER EDUCATION" userId="431a3dd8b8b3bed3" providerId="LiveId" clId="{4650D489-B3E0-4D88-8140-33573B9496E0}" dt="2026-04-04T07:28:23.847" v="14" actId="478"/>
          <ac:spMkLst>
            <pc:docMk/>
            <pc:sldMk cId="73914284" sldId="262"/>
            <ac:spMk id="4" creationId="{2F4ED0C7-959C-DAD6-9AD6-333BEEAA572C}"/>
          </ac:spMkLst>
        </pc:spChg>
        <pc:spChg chg="add del">
          <ac:chgData name="ALL INDIA BOARD OF COMPUTER EDUCATION" userId="431a3dd8b8b3bed3" providerId="LiveId" clId="{4650D489-B3E0-4D88-8140-33573B9496E0}" dt="2026-04-04T07:29:03.612" v="17" actId="478"/>
          <ac:spMkLst>
            <pc:docMk/>
            <pc:sldMk cId="73914284" sldId="262"/>
            <ac:spMk id="5" creationId="{22645919-F9C8-70FB-F09D-B765296CD79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659B5-136A-45D9-AD85-EEE5D67E251B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FE25A1-3163-4A8B-AA78-8B3F6E529BB8}">
      <dgm:prSet phldrT="[Text]"/>
      <dgm:spPr/>
      <dgm:t>
        <a:bodyPr/>
        <a:lstStyle/>
        <a:p>
          <a:r>
            <a:rPr lang="en-US" dirty="0" smtClean="0">
              <a:ln>
                <a:solidFill>
                  <a:schemeClr val="bg1"/>
                </a:solidFill>
              </a:ln>
            </a:rPr>
            <a:t>Student</a:t>
          </a:r>
        </a:p>
        <a:p>
          <a:r>
            <a:rPr lang="en-US" dirty="0" smtClean="0">
              <a:ln>
                <a:solidFill>
                  <a:schemeClr val="bg1"/>
                </a:solidFill>
              </a:ln>
            </a:rPr>
            <a:t>Admission</a:t>
          </a:r>
          <a:endParaRPr lang="en-US" dirty="0">
            <a:ln>
              <a:solidFill>
                <a:schemeClr val="bg1"/>
              </a:solidFill>
            </a:ln>
          </a:endParaRPr>
        </a:p>
      </dgm:t>
    </dgm:pt>
    <dgm:pt modelId="{C2E04F8A-4FDA-4A42-9BB0-869345F06613}" type="parTrans" cxnId="{9AB9CB84-1AF0-45B0-AAB9-4182F1A7ABE1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4ABF433A-96F5-4A1D-B60C-D6D2A21691DD}" type="sibTrans" cxnId="{9AB9CB84-1AF0-45B0-AAB9-4182F1A7ABE1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3E88753C-25F8-42F4-A8FC-F9A2B4433575}">
      <dgm:prSet phldrT="[Text]" custT="1"/>
      <dgm:spPr/>
      <dgm:t>
        <a:bodyPr/>
        <a:lstStyle/>
        <a:p>
          <a:r>
            <a:rPr lang="en-US" sz="2400" dirty="0" smtClean="0">
              <a:ln>
                <a:solidFill>
                  <a:schemeClr val="bg1"/>
                </a:solidFill>
              </a:ln>
            </a:rPr>
            <a:t>Admission form fill</a:t>
          </a:r>
          <a:endParaRPr lang="en-US" sz="2400" dirty="0">
            <a:ln>
              <a:solidFill>
                <a:schemeClr val="bg1"/>
              </a:solidFill>
            </a:ln>
          </a:endParaRPr>
        </a:p>
      </dgm:t>
    </dgm:pt>
    <dgm:pt modelId="{5F7A9FE7-2A60-443A-AF63-1BCC878357D8}" type="parTrans" cxnId="{E47B9EDD-7EF9-4032-A8B8-CBCC6768CBBC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D05B4973-1C3D-4DCB-B376-55515AD6FE32}" type="sibTrans" cxnId="{E47B9EDD-7EF9-4032-A8B8-CBCC6768CBBC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F2796CFC-2BC8-4ECD-BC86-BFC51E227322}">
      <dgm:prSet phldrT="[Text]"/>
      <dgm:spPr/>
      <dgm:t>
        <a:bodyPr/>
        <a:lstStyle/>
        <a:p>
          <a:r>
            <a:rPr lang="en-US" dirty="0" smtClean="0">
              <a:ln>
                <a:solidFill>
                  <a:schemeClr val="bg1"/>
                </a:solidFill>
              </a:ln>
            </a:rPr>
            <a:t>Admin portal</a:t>
          </a:r>
          <a:endParaRPr lang="en-US" dirty="0">
            <a:ln>
              <a:solidFill>
                <a:schemeClr val="bg1"/>
              </a:solidFill>
            </a:ln>
          </a:endParaRPr>
        </a:p>
      </dgm:t>
    </dgm:pt>
    <dgm:pt modelId="{DBFA74C4-DA55-495A-95AC-B8E235B62DFD}" type="parTrans" cxnId="{C90AE743-5C5C-44CB-A06E-A8B59AF82328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9A974E8D-D8C1-4F7F-8575-1CC77B21077D}" type="sibTrans" cxnId="{C90AE743-5C5C-44CB-A06E-A8B59AF82328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80AD09B7-41CF-432E-A8D2-48295BABAFA3}">
      <dgm:prSet phldrT="[Text]" custT="1"/>
      <dgm:spPr/>
      <dgm:t>
        <a:bodyPr/>
        <a:lstStyle/>
        <a:p>
          <a:r>
            <a:rPr lang="en-US" sz="2800" dirty="0" smtClean="0">
              <a:ln>
                <a:solidFill>
                  <a:schemeClr val="bg1"/>
                </a:solidFill>
              </a:ln>
            </a:rPr>
            <a:t>Admin will accepted/reject</a:t>
          </a:r>
          <a:endParaRPr lang="en-US" sz="2800" dirty="0">
            <a:ln>
              <a:solidFill>
                <a:schemeClr val="bg1"/>
              </a:solidFill>
            </a:ln>
          </a:endParaRPr>
        </a:p>
      </dgm:t>
    </dgm:pt>
    <dgm:pt modelId="{037B8C33-0B50-43D1-9DDD-4F0B48320ACD}" type="parTrans" cxnId="{A4087FB6-F351-4F6D-93A9-7F659B29200E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AB654FFC-E679-4DB4-AA2D-FB88560F4B08}" type="sibTrans" cxnId="{A4087FB6-F351-4F6D-93A9-7F659B29200E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2BF0E6D1-9218-43EE-B199-129F4BD9AB21}">
      <dgm:prSet phldrT="[Text]" phldr="1"/>
      <dgm:spPr/>
      <dgm:t>
        <a:bodyPr/>
        <a:lstStyle/>
        <a:p>
          <a:endParaRPr lang="en-US" dirty="0">
            <a:ln>
              <a:solidFill>
                <a:schemeClr val="bg1"/>
              </a:solidFill>
            </a:ln>
          </a:endParaRPr>
        </a:p>
      </dgm:t>
    </dgm:pt>
    <dgm:pt modelId="{B2440E12-5EC0-4622-A178-26521C480AC7}" type="parTrans" cxnId="{5BE4861A-C321-42E8-9347-08B8FA10D7FA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2C2233CD-4ED8-41E4-822C-080223793F27}" type="sibTrans" cxnId="{5BE4861A-C321-42E8-9347-08B8FA10D7FA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4CF792C5-D777-4D3F-BD61-E1A065E3FEDC}">
      <dgm:prSet phldrT="[Text]" phldr="1"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CC8525E6-BA03-4BCC-9944-E57E0DBEF9E6}" type="parTrans" cxnId="{6D37F11C-9D05-4034-A5A9-E5C18955B034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05D09D6D-198B-4FCA-B3F8-76E0D3D5BBBA}" type="sibTrans" cxnId="{6D37F11C-9D05-4034-A5A9-E5C18955B034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08D8E951-11D3-4801-8203-288A59C7A95E}">
      <dgm:prSet phldrT="[Text]" phldr="1"/>
      <dgm:spPr/>
      <dgm:t>
        <a:bodyPr/>
        <a:lstStyle/>
        <a:p>
          <a:endParaRPr lang="en-US" dirty="0">
            <a:ln>
              <a:solidFill>
                <a:schemeClr val="bg1"/>
              </a:solidFill>
            </a:ln>
          </a:endParaRPr>
        </a:p>
      </dgm:t>
    </dgm:pt>
    <dgm:pt modelId="{1AB37855-0348-4002-BC20-C5026EBA0648}" type="parTrans" cxnId="{5017FBAD-97EE-43F0-B382-9AA590A47792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8CF4DDC2-31F6-42F2-B2DC-14388AA7136C}" type="sibTrans" cxnId="{5017FBAD-97EE-43F0-B382-9AA590A47792}">
      <dgm:prSet/>
      <dgm:spPr/>
      <dgm:t>
        <a:bodyPr/>
        <a:lstStyle/>
        <a:p>
          <a:endParaRPr lang="en-US">
            <a:ln>
              <a:solidFill>
                <a:schemeClr val="bg1"/>
              </a:solidFill>
            </a:ln>
          </a:endParaRPr>
        </a:p>
      </dgm:t>
    </dgm:pt>
    <dgm:pt modelId="{D483750C-2916-4BC5-A010-2A99F96A5D56}" type="pres">
      <dgm:prSet presAssocID="{233659B5-136A-45D9-AD85-EEE5D67E251B}" presName="linearFlow" presStyleCnt="0">
        <dgm:presLayoutVars>
          <dgm:dir/>
          <dgm:animLvl val="lvl"/>
          <dgm:resizeHandles val="exact"/>
        </dgm:presLayoutVars>
      </dgm:prSet>
      <dgm:spPr/>
    </dgm:pt>
    <dgm:pt modelId="{362CE157-C9A8-4162-AB32-04E9CE16DEB9}" type="pres">
      <dgm:prSet presAssocID="{F4FE25A1-3163-4A8B-AA78-8B3F6E529BB8}" presName="composite" presStyleCnt="0"/>
      <dgm:spPr/>
    </dgm:pt>
    <dgm:pt modelId="{5FE1B6DF-B2D1-4C53-9433-D0CAB9A8FEEE}" type="pres">
      <dgm:prSet presAssocID="{F4FE25A1-3163-4A8B-AA78-8B3F6E529BB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4D47112-3FFC-480D-ACFA-6F8E49E45BAE}" type="pres">
      <dgm:prSet presAssocID="{F4FE25A1-3163-4A8B-AA78-8B3F6E529BB8}" presName="descendantText" presStyleLbl="alignAcc1" presStyleIdx="0" presStyleCnt="3" custScaleX="53179" custScaleY="100000" custLinFactNeighborX="-283" custLinFactNeighborY="-4739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1FF9F9-D1A5-4321-B6DD-0950163DF661}" type="pres">
      <dgm:prSet presAssocID="{4ABF433A-96F5-4A1D-B60C-D6D2A21691DD}" presName="sp" presStyleCnt="0"/>
      <dgm:spPr/>
    </dgm:pt>
    <dgm:pt modelId="{1BC11D8C-2BA7-47CF-9A78-90AE6B552F73}" type="pres">
      <dgm:prSet presAssocID="{F2796CFC-2BC8-4ECD-BC86-BFC51E227322}" presName="composite" presStyleCnt="0"/>
      <dgm:spPr/>
    </dgm:pt>
    <dgm:pt modelId="{FCDE327B-54F5-486C-94E8-5AC575F3E06E}" type="pres">
      <dgm:prSet presAssocID="{F2796CFC-2BC8-4ECD-BC86-BFC51E227322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F8760A-0DB5-4A93-8668-7BAF2FC402B3}" type="pres">
      <dgm:prSet presAssocID="{F2796CFC-2BC8-4ECD-BC86-BFC51E227322}" presName="descendantText" presStyleLbl="alignAcc1" presStyleIdx="1" presStyleCnt="3" custLinFactNeighborY="-179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92813E-7D16-4E7B-A820-138D03A9C869}" type="pres">
      <dgm:prSet presAssocID="{9A974E8D-D8C1-4F7F-8575-1CC77B21077D}" presName="sp" presStyleCnt="0"/>
      <dgm:spPr/>
    </dgm:pt>
    <dgm:pt modelId="{206DD556-9254-46CE-B686-45DE171AA39D}" type="pres">
      <dgm:prSet presAssocID="{2BF0E6D1-9218-43EE-B199-129F4BD9AB21}" presName="composite" presStyleCnt="0"/>
      <dgm:spPr/>
    </dgm:pt>
    <dgm:pt modelId="{ABE04CFE-25ED-4B72-8055-57D8AFC04A71}" type="pres">
      <dgm:prSet presAssocID="{2BF0E6D1-9218-43EE-B199-129F4BD9AB2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48195663-9BE1-4236-8992-C392EF40D0F9}" type="pres">
      <dgm:prSet presAssocID="{2BF0E6D1-9218-43EE-B199-129F4BD9AB2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D37F11C-9D05-4034-A5A9-E5C18955B034}" srcId="{2BF0E6D1-9218-43EE-B199-129F4BD9AB21}" destId="{4CF792C5-D777-4D3F-BD61-E1A065E3FEDC}" srcOrd="0" destOrd="0" parTransId="{CC8525E6-BA03-4BCC-9944-E57E0DBEF9E6}" sibTransId="{05D09D6D-198B-4FCA-B3F8-76E0D3D5BBBA}"/>
    <dgm:cxn modelId="{5BE4861A-C321-42E8-9347-08B8FA10D7FA}" srcId="{233659B5-136A-45D9-AD85-EEE5D67E251B}" destId="{2BF0E6D1-9218-43EE-B199-129F4BD9AB21}" srcOrd="2" destOrd="0" parTransId="{B2440E12-5EC0-4622-A178-26521C480AC7}" sibTransId="{2C2233CD-4ED8-41E4-822C-080223793F27}"/>
    <dgm:cxn modelId="{9AB9CB84-1AF0-45B0-AAB9-4182F1A7ABE1}" srcId="{233659B5-136A-45D9-AD85-EEE5D67E251B}" destId="{F4FE25A1-3163-4A8B-AA78-8B3F6E529BB8}" srcOrd="0" destOrd="0" parTransId="{C2E04F8A-4FDA-4A42-9BB0-869345F06613}" sibTransId="{4ABF433A-96F5-4A1D-B60C-D6D2A21691DD}"/>
    <dgm:cxn modelId="{44F27BCB-0661-4889-9452-91A45AB52322}" type="presOf" srcId="{3E88753C-25F8-42F4-A8FC-F9A2B4433575}" destId="{F4D47112-3FFC-480D-ACFA-6F8E49E45BAE}" srcOrd="0" destOrd="0" presId="urn:microsoft.com/office/officeart/2005/8/layout/chevron2"/>
    <dgm:cxn modelId="{7708A178-71E3-4D40-82F9-763AA7366089}" type="presOf" srcId="{2BF0E6D1-9218-43EE-B199-129F4BD9AB21}" destId="{ABE04CFE-25ED-4B72-8055-57D8AFC04A71}" srcOrd="0" destOrd="0" presId="urn:microsoft.com/office/officeart/2005/8/layout/chevron2"/>
    <dgm:cxn modelId="{1E2A97BC-D9DE-4C38-927D-496C8F5CF660}" type="presOf" srcId="{80AD09B7-41CF-432E-A8D2-48295BABAFA3}" destId="{97F8760A-0DB5-4A93-8668-7BAF2FC402B3}" srcOrd="0" destOrd="0" presId="urn:microsoft.com/office/officeart/2005/8/layout/chevron2"/>
    <dgm:cxn modelId="{A4087FB6-F351-4F6D-93A9-7F659B29200E}" srcId="{F2796CFC-2BC8-4ECD-BC86-BFC51E227322}" destId="{80AD09B7-41CF-432E-A8D2-48295BABAFA3}" srcOrd="0" destOrd="0" parTransId="{037B8C33-0B50-43D1-9DDD-4F0B48320ACD}" sibTransId="{AB654FFC-E679-4DB4-AA2D-FB88560F4B08}"/>
    <dgm:cxn modelId="{8F4B920B-6211-4042-8273-105925328EAB}" type="presOf" srcId="{F2796CFC-2BC8-4ECD-BC86-BFC51E227322}" destId="{FCDE327B-54F5-486C-94E8-5AC575F3E06E}" srcOrd="0" destOrd="0" presId="urn:microsoft.com/office/officeart/2005/8/layout/chevron2"/>
    <dgm:cxn modelId="{AEAA6358-3144-4266-B4ED-B8995F27A853}" type="presOf" srcId="{F4FE25A1-3163-4A8B-AA78-8B3F6E529BB8}" destId="{5FE1B6DF-B2D1-4C53-9433-D0CAB9A8FEEE}" srcOrd="0" destOrd="0" presId="urn:microsoft.com/office/officeart/2005/8/layout/chevron2"/>
    <dgm:cxn modelId="{ED9A6536-C87A-49B8-8730-D87B910DAE16}" type="presOf" srcId="{233659B5-136A-45D9-AD85-EEE5D67E251B}" destId="{D483750C-2916-4BC5-A010-2A99F96A5D56}" srcOrd="0" destOrd="0" presId="urn:microsoft.com/office/officeart/2005/8/layout/chevron2"/>
    <dgm:cxn modelId="{E47B9EDD-7EF9-4032-A8B8-CBCC6768CBBC}" srcId="{F4FE25A1-3163-4A8B-AA78-8B3F6E529BB8}" destId="{3E88753C-25F8-42F4-A8FC-F9A2B4433575}" srcOrd="0" destOrd="0" parTransId="{5F7A9FE7-2A60-443A-AF63-1BCC878357D8}" sibTransId="{D05B4973-1C3D-4DCB-B376-55515AD6FE32}"/>
    <dgm:cxn modelId="{5017FBAD-97EE-43F0-B382-9AA590A47792}" srcId="{2BF0E6D1-9218-43EE-B199-129F4BD9AB21}" destId="{08D8E951-11D3-4801-8203-288A59C7A95E}" srcOrd="1" destOrd="0" parTransId="{1AB37855-0348-4002-BC20-C5026EBA0648}" sibTransId="{8CF4DDC2-31F6-42F2-B2DC-14388AA7136C}"/>
    <dgm:cxn modelId="{47C40ABD-5D19-4004-8333-87D2EF24B605}" type="presOf" srcId="{08D8E951-11D3-4801-8203-288A59C7A95E}" destId="{48195663-9BE1-4236-8992-C392EF40D0F9}" srcOrd="0" destOrd="1" presId="urn:microsoft.com/office/officeart/2005/8/layout/chevron2"/>
    <dgm:cxn modelId="{C90AE743-5C5C-44CB-A06E-A8B59AF82328}" srcId="{233659B5-136A-45D9-AD85-EEE5D67E251B}" destId="{F2796CFC-2BC8-4ECD-BC86-BFC51E227322}" srcOrd="1" destOrd="0" parTransId="{DBFA74C4-DA55-495A-95AC-B8E235B62DFD}" sibTransId="{9A974E8D-D8C1-4F7F-8575-1CC77B21077D}"/>
    <dgm:cxn modelId="{C3E1A0EA-A767-4827-AC44-B49F1EF0265A}" type="presOf" srcId="{4CF792C5-D777-4D3F-BD61-E1A065E3FEDC}" destId="{48195663-9BE1-4236-8992-C392EF40D0F9}" srcOrd="0" destOrd="0" presId="urn:microsoft.com/office/officeart/2005/8/layout/chevron2"/>
    <dgm:cxn modelId="{FA2F3DB5-6F26-4CE5-B505-02A514D1406D}" type="presParOf" srcId="{D483750C-2916-4BC5-A010-2A99F96A5D56}" destId="{362CE157-C9A8-4162-AB32-04E9CE16DEB9}" srcOrd="0" destOrd="0" presId="urn:microsoft.com/office/officeart/2005/8/layout/chevron2"/>
    <dgm:cxn modelId="{6EA2A431-1D59-458F-ACE2-0E7428E94925}" type="presParOf" srcId="{362CE157-C9A8-4162-AB32-04E9CE16DEB9}" destId="{5FE1B6DF-B2D1-4C53-9433-D0CAB9A8FEEE}" srcOrd="0" destOrd="0" presId="urn:microsoft.com/office/officeart/2005/8/layout/chevron2"/>
    <dgm:cxn modelId="{8A745658-15FA-49E1-B1D0-936BEC8BD9DF}" type="presParOf" srcId="{362CE157-C9A8-4162-AB32-04E9CE16DEB9}" destId="{F4D47112-3FFC-480D-ACFA-6F8E49E45BAE}" srcOrd="1" destOrd="0" presId="urn:microsoft.com/office/officeart/2005/8/layout/chevron2"/>
    <dgm:cxn modelId="{4E687A74-EE13-4C0C-A239-3079729C96E8}" type="presParOf" srcId="{D483750C-2916-4BC5-A010-2A99F96A5D56}" destId="{791FF9F9-D1A5-4321-B6DD-0950163DF661}" srcOrd="1" destOrd="0" presId="urn:microsoft.com/office/officeart/2005/8/layout/chevron2"/>
    <dgm:cxn modelId="{D413C41B-B16B-406C-A2F1-219C249B7864}" type="presParOf" srcId="{D483750C-2916-4BC5-A010-2A99F96A5D56}" destId="{1BC11D8C-2BA7-47CF-9A78-90AE6B552F73}" srcOrd="2" destOrd="0" presId="urn:microsoft.com/office/officeart/2005/8/layout/chevron2"/>
    <dgm:cxn modelId="{535110A1-F360-49C1-9168-BB0DCEB9FDF4}" type="presParOf" srcId="{1BC11D8C-2BA7-47CF-9A78-90AE6B552F73}" destId="{FCDE327B-54F5-486C-94E8-5AC575F3E06E}" srcOrd="0" destOrd="0" presId="urn:microsoft.com/office/officeart/2005/8/layout/chevron2"/>
    <dgm:cxn modelId="{1EC208DC-D6BA-4666-835B-49580F7D14CD}" type="presParOf" srcId="{1BC11D8C-2BA7-47CF-9A78-90AE6B552F73}" destId="{97F8760A-0DB5-4A93-8668-7BAF2FC402B3}" srcOrd="1" destOrd="0" presId="urn:microsoft.com/office/officeart/2005/8/layout/chevron2"/>
    <dgm:cxn modelId="{F73F4770-E5A0-424C-A4CD-13681310557C}" type="presParOf" srcId="{D483750C-2916-4BC5-A010-2A99F96A5D56}" destId="{A892813E-7D16-4E7B-A820-138D03A9C869}" srcOrd="3" destOrd="0" presId="urn:microsoft.com/office/officeart/2005/8/layout/chevron2"/>
    <dgm:cxn modelId="{9B8AD3AA-CE56-406A-B199-01E481A79ED4}" type="presParOf" srcId="{D483750C-2916-4BC5-A010-2A99F96A5D56}" destId="{206DD556-9254-46CE-B686-45DE171AA39D}" srcOrd="4" destOrd="0" presId="urn:microsoft.com/office/officeart/2005/8/layout/chevron2"/>
    <dgm:cxn modelId="{CEF305E2-69CB-48C6-A70F-32097D56A5C8}" type="presParOf" srcId="{206DD556-9254-46CE-B686-45DE171AA39D}" destId="{ABE04CFE-25ED-4B72-8055-57D8AFC04A71}" srcOrd="0" destOrd="0" presId="urn:microsoft.com/office/officeart/2005/8/layout/chevron2"/>
    <dgm:cxn modelId="{2BC9781F-D6F2-469D-B7BD-95AFD532A361}" type="presParOf" srcId="{206DD556-9254-46CE-B686-45DE171AA39D}" destId="{48195663-9BE1-4236-8992-C392EF40D0F9}" srcOrd="1" destOrd="0" presId="urn:microsoft.com/office/officeart/2005/8/layout/chevron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91936-506C-470C-8A1F-BD9AC2040BDF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07D1E-CD77-4940-A854-E9D6B4D8DC9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07D1E-CD77-4940-A854-E9D6B4D8DC9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07D1E-CD77-4940-A854-E9D6B4D8DC9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838201"/>
            <a:ext cx="7620000" cy="1066800"/>
          </a:xfrm>
        </p:spPr>
        <p:txBody>
          <a:bodyPr>
            <a:normAutofit/>
          </a:bodyPr>
          <a:lstStyle/>
          <a:p>
            <a:r>
              <a:rPr lang="en-US" sz="3600" dirty="0"/>
              <a:t>Institute Management Website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33400" y="2971800"/>
            <a:ext cx="76200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/>
              <a:t>All India Board of Computer Education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View/apply course</a:t>
            </a:r>
          </a:p>
          <a:p>
            <a:r>
              <a:rPr lang="en-US" dirty="0"/>
              <a:t>View faculty details</a:t>
            </a:r>
          </a:p>
          <a:p>
            <a:r>
              <a:rPr lang="en-US" dirty="0"/>
              <a:t>Photo gallery</a:t>
            </a:r>
          </a:p>
          <a:p>
            <a:r>
              <a:rPr lang="en-US" dirty="0"/>
              <a:t>Exam + result</a:t>
            </a:r>
          </a:p>
          <a:p>
            <a:r>
              <a:rPr lang="en-US" dirty="0"/>
              <a:t>Payment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franchise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course</a:t>
            </a:r>
          </a:p>
          <a:p>
            <a:r>
              <a:rPr lang="en-US" dirty="0"/>
              <a:t>View faculty details</a:t>
            </a:r>
          </a:p>
          <a:p>
            <a:r>
              <a:rPr lang="en-US" dirty="0"/>
              <a:t>Student details</a:t>
            </a:r>
          </a:p>
          <a:p>
            <a:r>
              <a:rPr lang="en-US" dirty="0"/>
              <a:t>View Photo gallery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CRUD on course</a:t>
            </a:r>
          </a:p>
          <a:p>
            <a:r>
              <a:rPr lang="en-US" dirty="0"/>
              <a:t>CRUD on franchise</a:t>
            </a:r>
          </a:p>
          <a:p>
            <a:r>
              <a:rPr lang="en-US" dirty="0"/>
              <a:t>View faculty details</a:t>
            </a:r>
          </a:p>
          <a:p>
            <a:r>
              <a:rPr lang="en-US" dirty="0"/>
              <a:t>CRUD on Student</a:t>
            </a:r>
          </a:p>
          <a:p>
            <a:r>
              <a:rPr lang="en-US" dirty="0"/>
              <a:t>Photo gallery CRUD</a:t>
            </a:r>
          </a:p>
          <a:p>
            <a:r>
              <a:rPr lang="en-US" dirty="0"/>
              <a:t>Attendance CRUD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3EB522-6135-5441-0051-DDF73398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868346"/>
          </a:xfrm>
        </p:spPr>
        <p:txBody>
          <a:bodyPr>
            <a:normAutofit/>
          </a:bodyPr>
          <a:lstStyle/>
          <a:p>
            <a:r>
              <a:rPr lang="en-US" sz="3600" dirty="0"/>
              <a:t>Logics</a:t>
            </a:r>
            <a:endParaRPr lang="en-IN" sz="3600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142976" y="1000108"/>
          <a:ext cx="6096000" cy="45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7391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3EB522-6135-5441-0051-DDF73398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868346"/>
          </a:xfrm>
        </p:spPr>
        <p:txBody>
          <a:bodyPr>
            <a:normAutofit/>
          </a:bodyPr>
          <a:lstStyle/>
          <a:p>
            <a:r>
              <a:rPr lang="en-US" sz="3600" dirty="0"/>
              <a:t>Logics</a:t>
            </a:r>
            <a:endParaRPr lang="en-IN" sz="3600" dirty="0"/>
          </a:p>
        </p:txBody>
      </p:sp>
      <p:sp>
        <p:nvSpPr>
          <p:cNvPr id="4" name="Flowchart: Merge 3"/>
          <p:cNvSpPr/>
          <p:nvPr/>
        </p:nvSpPr>
        <p:spPr>
          <a:xfrm>
            <a:off x="928662" y="1285860"/>
            <a:ext cx="2393174" cy="1393041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dirty="0" smtClean="0">
              <a:ln>
                <a:solidFill>
                  <a:schemeClr val="bg1"/>
                </a:solidFill>
              </a:ln>
            </a:endParaRPr>
          </a:p>
          <a:p>
            <a:pPr lvl="0"/>
            <a:r>
              <a:rPr lang="en-US" dirty="0" smtClean="0">
                <a:ln>
                  <a:solidFill>
                    <a:schemeClr val="bg1"/>
                  </a:solidFill>
                </a:ln>
              </a:rPr>
              <a:t>Student</a:t>
            </a:r>
            <a:endParaRPr lang="en-US" dirty="0" smtClean="0">
              <a:ln>
                <a:solidFill>
                  <a:schemeClr val="bg1"/>
                </a:solidFill>
              </a:ln>
            </a:endParaRPr>
          </a:p>
          <a:p>
            <a:pPr lvl="0" algn="ctr"/>
            <a:r>
              <a:rPr lang="en-US" dirty="0" smtClean="0">
                <a:ln>
                  <a:solidFill>
                    <a:schemeClr val="bg1"/>
                  </a:solidFill>
                </a:ln>
              </a:rPr>
              <a:t>Admission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lowchart: Merge 4"/>
          <p:cNvSpPr/>
          <p:nvPr/>
        </p:nvSpPr>
        <p:spPr>
          <a:xfrm>
            <a:off x="928662" y="4143380"/>
            <a:ext cx="2393174" cy="1393041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dirty="0" smtClean="0">
              <a:ln>
                <a:solidFill>
                  <a:schemeClr val="bg1"/>
                </a:solidFill>
              </a:ln>
            </a:endParaRPr>
          </a:p>
          <a:p>
            <a:pPr lvl="0"/>
            <a:r>
              <a:rPr lang="en-US" dirty="0" smtClean="0">
                <a:ln>
                  <a:solidFill>
                    <a:schemeClr val="bg1"/>
                  </a:solidFill>
                </a:ln>
              </a:rPr>
              <a:t>Student</a:t>
            </a:r>
            <a:endParaRPr lang="en-US" dirty="0" smtClean="0">
              <a:ln>
                <a:solidFill>
                  <a:schemeClr val="bg1"/>
                </a:solidFill>
              </a:ln>
            </a:endParaRPr>
          </a:p>
          <a:p>
            <a:pPr lvl="0"/>
            <a:r>
              <a:rPr lang="en-US" dirty="0" smtClean="0">
                <a:ln>
                  <a:solidFill>
                    <a:schemeClr val="bg1"/>
                  </a:solidFill>
                </a:ln>
              </a:rPr>
              <a:t>Admission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lowchart: Merge 5"/>
          <p:cNvSpPr/>
          <p:nvPr/>
        </p:nvSpPr>
        <p:spPr>
          <a:xfrm>
            <a:off x="928662" y="2714620"/>
            <a:ext cx="2393174" cy="1393041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smtClean="0">
                <a:ln>
                  <a:solidFill>
                    <a:schemeClr val="bg1"/>
                  </a:solidFill>
                </a:ln>
              </a:rPr>
              <a:t>Admin portal</a:t>
            </a: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91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React.js</a:t>
            </a:r>
          </a:p>
          <a:p>
            <a:r>
              <a:rPr lang="en-US" dirty="0"/>
              <a:t>UI Styling: Tailwind, </a:t>
            </a:r>
            <a:r>
              <a:rPr lang="en-US" dirty="0" err="1"/>
              <a:t>ShadcnUI</a:t>
            </a:r>
            <a:r>
              <a:rPr lang="en-US" dirty="0"/>
              <a:t>, Daisy UI</a:t>
            </a:r>
          </a:p>
          <a:p>
            <a:r>
              <a:rPr lang="en-US" dirty="0"/>
              <a:t>Backend: Node.js, Express.js</a:t>
            </a:r>
          </a:p>
          <a:p>
            <a:r>
              <a:rPr lang="en-US" dirty="0"/>
              <a:t>DB: </a:t>
            </a:r>
            <a:r>
              <a:rPr lang="en-US" dirty="0" err="1"/>
              <a:t>MongoDB</a:t>
            </a:r>
            <a:endParaRPr lang="en-US" dirty="0"/>
          </a:p>
          <a:p>
            <a:r>
              <a:rPr lang="en-US" dirty="0"/>
              <a:t>Payment: </a:t>
            </a:r>
            <a:r>
              <a:rPr lang="en-US" dirty="0" err="1"/>
              <a:t>Razorpay</a:t>
            </a:r>
            <a:r>
              <a:rPr lang="en-US" dirty="0"/>
              <a:t> or </a:t>
            </a:r>
            <a:r>
              <a:rPr lang="en-US" dirty="0" err="1"/>
              <a:t>Paytm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97</Words>
  <Application>Microsoft Office PowerPoint</Application>
  <PresentationFormat>On-screen Show (4:3)</PresentationFormat>
  <Paragraphs>42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Institute Management Website</vt:lpstr>
      <vt:lpstr>Student</vt:lpstr>
      <vt:lpstr>franchise</vt:lpstr>
      <vt:lpstr>Admin</vt:lpstr>
      <vt:lpstr>Logics</vt:lpstr>
      <vt:lpstr>Logics</vt:lpstr>
      <vt:lpstr>Tech Stack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Management Website</dc:title>
  <dc:creator>AIBCE</dc:creator>
  <cp:lastModifiedBy>UJJAL</cp:lastModifiedBy>
  <cp:revision>12</cp:revision>
  <dcterms:created xsi:type="dcterms:W3CDTF">2006-08-16T00:00:00Z</dcterms:created>
  <dcterms:modified xsi:type="dcterms:W3CDTF">2026-04-04T08:22:24Z</dcterms:modified>
</cp:coreProperties>
</file>